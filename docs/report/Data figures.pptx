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09675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162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094" y="1237197"/>
            <a:ext cx="9072563" cy="2631887"/>
          </a:xfrm>
        </p:spPr>
        <p:txBody>
          <a:bodyPr anchor="b"/>
          <a:lstStyle>
            <a:lvl1pPr algn="ctr">
              <a:defRPr sz="5953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970580"/>
            <a:ext cx="9072563" cy="1825171"/>
          </a:xfrm>
        </p:spPr>
        <p:txBody>
          <a:bodyPr/>
          <a:lstStyle>
            <a:lvl1pPr marL="0" indent="0" algn="ctr">
              <a:buNone/>
              <a:defRPr sz="2381"/>
            </a:lvl1pPr>
            <a:lvl2pPr marL="453634" indent="0" algn="ctr">
              <a:buNone/>
              <a:defRPr sz="1984"/>
            </a:lvl2pPr>
            <a:lvl3pPr marL="907268" indent="0" algn="ctr">
              <a:buNone/>
              <a:defRPr sz="1786"/>
            </a:lvl3pPr>
            <a:lvl4pPr marL="1360902" indent="0" algn="ctr">
              <a:buNone/>
              <a:defRPr sz="1588"/>
            </a:lvl4pPr>
            <a:lvl5pPr marL="1814535" indent="0" algn="ctr">
              <a:buNone/>
              <a:defRPr sz="1588"/>
            </a:lvl5pPr>
            <a:lvl6pPr marL="2268169" indent="0" algn="ctr">
              <a:buNone/>
              <a:defRPr sz="1588"/>
            </a:lvl6pPr>
            <a:lvl7pPr marL="2721803" indent="0" algn="ctr">
              <a:buNone/>
              <a:defRPr sz="1588"/>
            </a:lvl7pPr>
            <a:lvl8pPr marL="3175437" indent="0" algn="ctr">
              <a:buNone/>
              <a:defRPr sz="1588"/>
            </a:lvl8pPr>
            <a:lvl9pPr marL="3629071" indent="0" algn="ctr">
              <a:buNone/>
              <a:defRPr sz="1588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75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809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351" y="1884670"/>
            <a:ext cx="10433447" cy="3144614"/>
          </a:xfrm>
        </p:spPr>
        <p:txBody>
          <a:bodyPr anchor="b"/>
          <a:lstStyle>
            <a:lvl1pPr>
              <a:defRPr sz="5953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351" y="5059034"/>
            <a:ext cx="10433447" cy="1653678"/>
          </a:xfrm>
        </p:spPr>
        <p:txBody>
          <a:bodyPr/>
          <a:lstStyle>
            <a:lvl1pPr marL="0" indent="0">
              <a:buNone/>
              <a:defRPr sz="2381">
                <a:solidFill>
                  <a:schemeClr val="tx1">
                    <a:tint val="75000"/>
                  </a:schemeClr>
                </a:solidFill>
              </a:defRPr>
            </a:lvl1pPr>
            <a:lvl2pPr marL="453634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907268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3pPr>
            <a:lvl4pPr marL="1360902" indent="0">
              <a:buNone/>
              <a:defRPr sz="1588">
                <a:solidFill>
                  <a:schemeClr val="tx1">
                    <a:tint val="75000"/>
                  </a:schemeClr>
                </a:solidFill>
              </a:defRPr>
            </a:lvl4pPr>
            <a:lvl5pPr marL="1814535" indent="0">
              <a:buNone/>
              <a:defRPr sz="1588">
                <a:solidFill>
                  <a:schemeClr val="tx1">
                    <a:tint val="75000"/>
                  </a:schemeClr>
                </a:solidFill>
              </a:defRPr>
            </a:lvl5pPr>
            <a:lvl6pPr marL="2268169" indent="0">
              <a:buNone/>
              <a:defRPr sz="1588">
                <a:solidFill>
                  <a:schemeClr val="tx1">
                    <a:tint val="75000"/>
                  </a:schemeClr>
                </a:solidFill>
              </a:defRPr>
            </a:lvl6pPr>
            <a:lvl7pPr marL="2721803" indent="0">
              <a:buNone/>
              <a:defRPr sz="1588">
                <a:solidFill>
                  <a:schemeClr val="tx1">
                    <a:tint val="75000"/>
                  </a:schemeClr>
                </a:solidFill>
              </a:defRPr>
            </a:lvl7pPr>
            <a:lvl8pPr marL="3175437" indent="0">
              <a:buNone/>
              <a:defRPr sz="1588">
                <a:solidFill>
                  <a:schemeClr val="tx1">
                    <a:tint val="75000"/>
                  </a:schemeClr>
                </a:solidFill>
              </a:defRPr>
            </a:lvl8pPr>
            <a:lvl9pPr marL="3629071" indent="0">
              <a:buNone/>
              <a:defRPr sz="1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5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1651" y="2012414"/>
            <a:ext cx="5141119" cy="479654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3980" y="2012414"/>
            <a:ext cx="5141119" cy="479654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08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227" y="402483"/>
            <a:ext cx="10433447" cy="1461188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228" y="1853171"/>
            <a:ext cx="5117492" cy="908210"/>
          </a:xfrm>
        </p:spPr>
        <p:txBody>
          <a:bodyPr anchor="b"/>
          <a:lstStyle>
            <a:lvl1pPr marL="0" indent="0">
              <a:buNone/>
              <a:defRPr sz="2381" b="1"/>
            </a:lvl1pPr>
            <a:lvl2pPr marL="453634" indent="0">
              <a:buNone/>
              <a:defRPr sz="1984" b="1"/>
            </a:lvl2pPr>
            <a:lvl3pPr marL="907268" indent="0">
              <a:buNone/>
              <a:defRPr sz="1786" b="1"/>
            </a:lvl3pPr>
            <a:lvl4pPr marL="1360902" indent="0">
              <a:buNone/>
              <a:defRPr sz="1588" b="1"/>
            </a:lvl4pPr>
            <a:lvl5pPr marL="1814535" indent="0">
              <a:buNone/>
              <a:defRPr sz="1588" b="1"/>
            </a:lvl5pPr>
            <a:lvl6pPr marL="2268169" indent="0">
              <a:buNone/>
              <a:defRPr sz="1588" b="1"/>
            </a:lvl6pPr>
            <a:lvl7pPr marL="2721803" indent="0">
              <a:buNone/>
              <a:defRPr sz="1588" b="1"/>
            </a:lvl7pPr>
            <a:lvl8pPr marL="3175437" indent="0">
              <a:buNone/>
              <a:defRPr sz="1588" b="1"/>
            </a:lvl8pPr>
            <a:lvl9pPr marL="3629071" indent="0">
              <a:buNone/>
              <a:defRPr sz="1588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28" y="2761381"/>
            <a:ext cx="5117492" cy="4061576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3980" y="1853171"/>
            <a:ext cx="5142694" cy="908210"/>
          </a:xfrm>
        </p:spPr>
        <p:txBody>
          <a:bodyPr anchor="b"/>
          <a:lstStyle>
            <a:lvl1pPr marL="0" indent="0">
              <a:buNone/>
              <a:defRPr sz="2381" b="1"/>
            </a:lvl1pPr>
            <a:lvl2pPr marL="453634" indent="0">
              <a:buNone/>
              <a:defRPr sz="1984" b="1"/>
            </a:lvl2pPr>
            <a:lvl3pPr marL="907268" indent="0">
              <a:buNone/>
              <a:defRPr sz="1786" b="1"/>
            </a:lvl3pPr>
            <a:lvl4pPr marL="1360902" indent="0">
              <a:buNone/>
              <a:defRPr sz="1588" b="1"/>
            </a:lvl4pPr>
            <a:lvl5pPr marL="1814535" indent="0">
              <a:buNone/>
              <a:defRPr sz="1588" b="1"/>
            </a:lvl5pPr>
            <a:lvl6pPr marL="2268169" indent="0">
              <a:buNone/>
              <a:defRPr sz="1588" b="1"/>
            </a:lvl6pPr>
            <a:lvl7pPr marL="2721803" indent="0">
              <a:buNone/>
              <a:defRPr sz="1588" b="1"/>
            </a:lvl7pPr>
            <a:lvl8pPr marL="3175437" indent="0">
              <a:buNone/>
              <a:defRPr sz="1588" b="1"/>
            </a:lvl8pPr>
            <a:lvl9pPr marL="3629071" indent="0">
              <a:buNone/>
              <a:defRPr sz="1588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3980" y="2761381"/>
            <a:ext cx="5142694" cy="4061576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3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80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433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228" y="503978"/>
            <a:ext cx="3901516" cy="1763924"/>
          </a:xfrm>
        </p:spPr>
        <p:txBody>
          <a:bodyPr anchor="b"/>
          <a:lstStyle>
            <a:lvl1pPr>
              <a:defRPr sz="3175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2694" y="1088454"/>
            <a:ext cx="6123980" cy="5372269"/>
          </a:xfrm>
        </p:spPr>
        <p:txBody>
          <a:bodyPr/>
          <a:lstStyle>
            <a:lvl1pPr>
              <a:defRPr sz="3175"/>
            </a:lvl1pPr>
            <a:lvl2pPr>
              <a:defRPr sz="2778"/>
            </a:lvl2pPr>
            <a:lvl3pPr>
              <a:defRPr sz="2381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228" y="2267902"/>
            <a:ext cx="3901516" cy="4201570"/>
          </a:xfrm>
        </p:spPr>
        <p:txBody>
          <a:bodyPr/>
          <a:lstStyle>
            <a:lvl1pPr marL="0" indent="0">
              <a:buNone/>
              <a:defRPr sz="1588"/>
            </a:lvl1pPr>
            <a:lvl2pPr marL="453634" indent="0">
              <a:buNone/>
              <a:defRPr sz="1389"/>
            </a:lvl2pPr>
            <a:lvl3pPr marL="907268" indent="0">
              <a:buNone/>
              <a:defRPr sz="1191"/>
            </a:lvl3pPr>
            <a:lvl4pPr marL="1360902" indent="0">
              <a:buNone/>
              <a:defRPr sz="992"/>
            </a:lvl4pPr>
            <a:lvl5pPr marL="1814535" indent="0">
              <a:buNone/>
              <a:defRPr sz="992"/>
            </a:lvl5pPr>
            <a:lvl6pPr marL="2268169" indent="0">
              <a:buNone/>
              <a:defRPr sz="992"/>
            </a:lvl6pPr>
            <a:lvl7pPr marL="2721803" indent="0">
              <a:buNone/>
              <a:defRPr sz="992"/>
            </a:lvl7pPr>
            <a:lvl8pPr marL="3175437" indent="0">
              <a:buNone/>
              <a:defRPr sz="992"/>
            </a:lvl8pPr>
            <a:lvl9pPr marL="3629071" indent="0">
              <a:buNone/>
              <a:defRPr sz="992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301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228" y="503978"/>
            <a:ext cx="3901516" cy="1763924"/>
          </a:xfrm>
        </p:spPr>
        <p:txBody>
          <a:bodyPr anchor="b"/>
          <a:lstStyle>
            <a:lvl1pPr>
              <a:defRPr sz="3175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2694" y="1088454"/>
            <a:ext cx="6123980" cy="5372269"/>
          </a:xfrm>
        </p:spPr>
        <p:txBody>
          <a:bodyPr anchor="t"/>
          <a:lstStyle>
            <a:lvl1pPr marL="0" indent="0">
              <a:buNone/>
              <a:defRPr sz="3175"/>
            </a:lvl1pPr>
            <a:lvl2pPr marL="453634" indent="0">
              <a:buNone/>
              <a:defRPr sz="2778"/>
            </a:lvl2pPr>
            <a:lvl3pPr marL="907268" indent="0">
              <a:buNone/>
              <a:defRPr sz="2381"/>
            </a:lvl3pPr>
            <a:lvl4pPr marL="1360902" indent="0">
              <a:buNone/>
              <a:defRPr sz="1984"/>
            </a:lvl4pPr>
            <a:lvl5pPr marL="1814535" indent="0">
              <a:buNone/>
              <a:defRPr sz="1984"/>
            </a:lvl5pPr>
            <a:lvl6pPr marL="2268169" indent="0">
              <a:buNone/>
              <a:defRPr sz="1984"/>
            </a:lvl6pPr>
            <a:lvl7pPr marL="2721803" indent="0">
              <a:buNone/>
              <a:defRPr sz="1984"/>
            </a:lvl7pPr>
            <a:lvl8pPr marL="3175437" indent="0">
              <a:buNone/>
              <a:defRPr sz="1984"/>
            </a:lvl8pPr>
            <a:lvl9pPr marL="3629071" indent="0">
              <a:buNone/>
              <a:defRPr sz="1984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228" y="2267902"/>
            <a:ext cx="3901516" cy="4201570"/>
          </a:xfrm>
        </p:spPr>
        <p:txBody>
          <a:bodyPr/>
          <a:lstStyle>
            <a:lvl1pPr marL="0" indent="0">
              <a:buNone/>
              <a:defRPr sz="1588"/>
            </a:lvl1pPr>
            <a:lvl2pPr marL="453634" indent="0">
              <a:buNone/>
              <a:defRPr sz="1389"/>
            </a:lvl2pPr>
            <a:lvl3pPr marL="907268" indent="0">
              <a:buNone/>
              <a:defRPr sz="1191"/>
            </a:lvl3pPr>
            <a:lvl4pPr marL="1360902" indent="0">
              <a:buNone/>
              <a:defRPr sz="992"/>
            </a:lvl4pPr>
            <a:lvl5pPr marL="1814535" indent="0">
              <a:buNone/>
              <a:defRPr sz="992"/>
            </a:lvl5pPr>
            <a:lvl6pPr marL="2268169" indent="0">
              <a:buNone/>
              <a:defRPr sz="992"/>
            </a:lvl6pPr>
            <a:lvl7pPr marL="2721803" indent="0">
              <a:buNone/>
              <a:defRPr sz="992"/>
            </a:lvl7pPr>
            <a:lvl8pPr marL="3175437" indent="0">
              <a:buNone/>
              <a:defRPr sz="992"/>
            </a:lvl8pPr>
            <a:lvl9pPr marL="3629071" indent="0">
              <a:buNone/>
              <a:defRPr sz="992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44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59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6737" y="402483"/>
            <a:ext cx="2608362" cy="640647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1651" y="402483"/>
            <a:ext cx="7673876" cy="6406475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50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1652" y="402483"/>
            <a:ext cx="10433447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52" y="2012414"/>
            <a:ext cx="10433447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1651" y="7006699"/>
            <a:ext cx="272176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91FA2-C4C6-4D9B-8F7D-4C7146D0A1C1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07049" y="7006699"/>
            <a:ext cx="408265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330" y="7006699"/>
            <a:ext cx="272176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5043-D611-4132-933F-A4357F8CB3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55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07268" rtl="0" eaLnBrk="1" latinLnBrk="0" hangingPunct="1">
        <a:lnSpc>
          <a:spcPct val="90000"/>
        </a:lnSpc>
        <a:spcBef>
          <a:spcPct val="0"/>
        </a:spcBef>
        <a:buNone/>
        <a:defRPr sz="4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17" indent="-226817" algn="l" defTabSz="907268" rtl="0" eaLnBrk="1" latinLnBrk="0" hangingPunct="1">
        <a:lnSpc>
          <a:spcPct val="90000"/>
        </a:lnSpc>
        <a:spcBef>
          <a:spcPts val="992"/>
        </a:spcBef>
        <a:buFont typeface="Arial" panose="020B0604020202020204" pitchFamily="34" charset="0"/>
        <a:buChar char="•"/>
        <a:defRPr sz="2778" kern="1200">
          <a:solidFill>
            <a:schemeClr val="tx1"/>
          </a:solidFill>
          <a:latin typeface="+mn-lt"/>
          <a:ea typeface="+mn-ea"/>
          <a:cs typeface="+mn-cs"/>
        </a:defRPr>
      </a:lvl1pPr>
      <a:lvl2pPr marL="680451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2pPr>
      <a:lvl3pPr marL="1134085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87718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6" kern="1200">
          <a:solidFill>
            <a:schemeClr val="tx1"/>
          </a:solidFill>
          <a:latin typeface="+mn-lt"/>
          <a:ea typeface="+mn-ea"/>
          <a:cs typeface="+mn-cs"/>
        </a:defRPr>
      </a:lvl4pPr>
      <a:lvl5pPr marL="2041352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6" kern="1200">
          <a:solidFill>
            <a:schemeClr val="tx1"/>
          </a:solidFill>
          <a:latin typeface="+mn-lt"/>
          <a:ea typeface="+mn-ea"/>
          <a:cs typeface="+mn-cs"/>
        </a:defRPr>
      </a:lvl5pPr>
      <a:lvl6pPr marL="2494986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6" kern="1200">
          <a:solidFill>
            <a:schemeClr val="tx1"/>
          </a:solidFill>
          <a:latin typeface="+mn-lt"/>
          <a:ea typeface="+mn-ea"/>
          <a:cs typeface="+mn-cs"/>
        </a:defRPr>
      </a:lvl6pPr>
      <a:lvl7pPr marL="2948620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6" kern="1200">
          <a:solidFill>
            <a:schemeClr val="tx1"/>
          </a:solidFill>
          <a:latin typeface="+mn-lt"/>
          <a:ea typeface="+mn-ea"/>
          <a:cs typeface="+mn-cs"/>
        </a:defRPr>
      </a:lvl7pPr>
      <a:lvl8pPr marL="3402254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6" kern="1200">
          <a:solidFill>
            <a:schemeClr val="tx1"/>
          </a:solidFill>
          <a:latin typeface="+mn-lt"/>
          <a:ea typeface="+mn-ea"/>
          <a:cs typeface="+mn-cs"/>
        </a:defRPr>
      </a:lvl8pPr>
      <a:lvl9pPr marL="3855888" indent="-226817" algn="l" defTabSz="907268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1pPr>
      <a:lvl2pPr marL="453634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2pPr>
      <a:lvl3pPr marL="907268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3pPr>
      <a:lvl4pPr marL="1360902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4pPr>
      <a:lvl5pPr marL="1814535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5pPr>
      <a:lvl6pPr marL="2268169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6pPr>
      <a:lvl7pPr marL="2721803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7pPr>
      <a:lvl8pPr marL="3175437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8pPr>
      <a:lvl9pPr marL="3629071" algn="l" defTabSz="907268" rtl="0" eaLnBrk="1" latinLnBrk="0" hangingPunct="1">
        <a:defRPr sz="17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39067"/>
            <a:ext cx="5323221" cy="426305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3"/>
          <a:srcRect l="6364"/>
          <a:stretch/>
        </p:blipFill>
        <p:spPr>
          <a:xfrm>
            <a:off x="5575922" y="128390"/>
            <a:ext cx="5009467" cy="428440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68" y="4505684"/>
            <a:ext cx="10475595" cy="3053991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568821" y="24767"/>
            <a:ext cx="854333" cy="519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778" b="1" dirty="0"/>
              <a:t>A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5711387" y="24767"/>
            <a:ext cx="854333" cy="519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778" b="1" dirty="0"/>
              <a:t>B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68821" y="4324972"/>
            <a:ext cx="854333" cy="519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778" b="1" dirty="0"/>
              <a:t>C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3833758" y="4320931"/>
            <a:ext cx="854333" cy="519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778" b="1" dirty="0"/>
              <a:t>D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430483" y="4324972"/>
            <a:ext cx="854333" cy="519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778" b="1" dirty="0"/>
              <a:t>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/>
              <p:cNvSpPr txBox="1"/>
              <p:nvPr/>
            </p:nvSpPr>
            <p:spPr>
              <a:xfrm>
                <a:off x="2001776" y="5027850"/>
                <a:ext cx="1670864" cy="39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98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1984" i="1">
                          <a:latin typeface="Cambria Math" panose="02040503050406030204" pitchFamily="18" charset="0"/>
                        </a:rPr>
                        <m:t>≈3⋅</m:t>
                      </m:r>
                      <m:sSup>
                        <m:sSupPr>
                          <m:ctrlPr>
                            <a:rPr lang="de-DE" sz="1984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de-DE" sz="1984" dirty="0"/>
              </a:p>
            </p:txBody>
          </p:sp>
        </mc:Choice>
        <mc:Fallback>
          <p:sp>
            <p:nvSpPr>
              <p:cNvPr id="11" name="Textfeld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776" y="5027850"/>
                <a:ext cx="1670864" cy="396984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/>
              <p:cNvSpPr txBox="1"/>
              <p:nvPr/>
            </p:nvSpPr>
            <p:spPr>
              <a:xfrm>
                <a:off x="5522560" y="5723149"/>
                <a:ext cx="1670864" cy="39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98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1984" i="1">
                          <a:latin typeface="Cambria Math" panose="02040503050406030204" pitchFamily="18" charset="0"/>
                        </a:rPr>
                        <m:t>≈0.22</m:t>
                      </m:r>
                    </m:oMath>
                  </m:oMathPara>
                </a14:m>
                <a:endParaRPr lang="de-DE" sz="1984" dirty="0"/>
              </a:p>
            </p:txBody>
          </p:sp>
        </mc:Choice>
        <mc:Fallback>
          <p:sp>
            <p:nvSpPr>
              <p:cNvPr id="12" name="Textfeld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560" y="5723149"/>
                <a:ext cx="1670864" cy="396984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/>
              <p:cNvSpPr txBox="1"/>
              <p:nvPr/>
            </p:nvSpPr>
            <p:spPr>
              <a:xfrm>
                <a:off x="8919056" y="5723149"/>
                <a:ext cx="1670864" cy="401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98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1984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de-DE" sz="1984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984" i="1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de-DE" sz="1984" dirty="0"/>
              </a:p>
            </p:txBody>
          </p:sp>
        </mc:Choice>
        <mc:Fallback>
          <p:sp>
            <p:nvSpPr>
              <p:cNvPr id="13" name="Textfeld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056" y="5723149"/>
                <a:ext cx="1670864" cy="401264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47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Company>ZI 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Rothe,Kai</dc:creator>
  <cp:lastModifiedBy>Rothe,Kai</cp:lastModifiedBy>
  <cp:revision>5</cp:revision>
  <dcterms:created xsi:type="dcterms:W3CDTF">2026-01-08T18:07:03Z</dcterms:created>
  <dcterms:modified xsi:type="dcterms:W3CDTF">2026-01-08T20:34:21Z</dcterms:modified>
</cp:coreProperties>
</file>